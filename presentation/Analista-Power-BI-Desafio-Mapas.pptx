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Vendas e Unidades Vendidas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Lucro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Lucro por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42469562-b64b-4f5e-aa6d-92a216ce9ad8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bf42233a04b04065" /><Relationship Type="http://schemas.openxmlformats.org/officeDocument/2006/relationships/slideLayout" Target="/ppt/slideLayouts/slideLayout8.xml" Id="R52ceb75c350f42ea" /><Relationship Type="http://schemas.openxmlformats.org/officeDocument/2006/relationships/hyperlink" Target="https://app.powerbi.com/groups/me/reports/42469562-b64b-4f5e-aa6d-92a216ce9ad8/?pbi_source=PowerPoint" TargetMode="External" Id="RelId0" /><Relationship Type="http://schemas.openxmlformats.org/officeDocument/2006/relationships/image" Target="/ppt/media/image4.png" Id="imgId531859608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Analista Power BI – Desafio Módulo Mapas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07/09/2026 16:57:08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07/09/2026 14:36:03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Vendas e Unidades Vendidas por País ,Lucro por País ,Lucro por Segmento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3185960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Visão por País e Segmento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